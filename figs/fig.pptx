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94E07-BCC8-E617-CB43-0CA97F6C2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CF217A-7E55-5B06-152B-54DD4AD8F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93E896-EA9F-A604-A19B-706323493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07BC-4769-4D26-9FCE-78B32BE4495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42ACDA-469B-64D7-CFE0-A2B7C4DC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F42881-DFF9-4F72-CA78-9FF9475C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E2F3-85A6-4744-A4D3-9C91D0B83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78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E9C79-9D3B-CFBE-0266-D16EA57B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8E4F76-CEAA-980A-CA75-E0504C927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C6A11-1FAD-DDAD-FCCA-6A117425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07BC-4769-4D26-9FCE-78B32BE4495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5738F1-ECB9-0374-31ED-E2ACEEC76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A3CD5B-F382-4A38-43D4-4971C5DE3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E2F3-85A6-4744-A4D3-9C91D0B83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24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66142-AC1A-C9ED-80B1-67025436C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94FB03-3BC3-BFE0-07E7-491553705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5E3247-6D1A-7353-1C9D-DAC61BD6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07BC-4769-4D26-9FCE-78B32BE4495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A69AB0-BE05-E6DD-1CEE-1864D017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95486-B265-BC2E-1748-8C7C0E433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E2F3-85A6-4744-A4D3-9C91D0B83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579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153BC-62DD-7D9C-51F9-3891CC122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BC60EF-12BC-5530-E485-F7489DC75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F5BAA4-AD36-CA2F-70A0-6452C3B60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4D9B03-070A-2CF7-089F-A5523F947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07BC-4769-4D26-9FCE-78B32BE4495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3639A8-C7FB-B0BE-5207-1933A781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7A3373-54C3-5F86-DD10-D38905E72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E2F3-85A6-4744-A4D3-9C91D0B83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168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9F9A2-CC4D-8FFB-FB00-45FF7F6B7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69E78E-EB84-5642-1EAD-F3F0A869F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BD6ED5-4B4E-D672-4879-7ED141935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AF6C34-0907-CF2E-2DF0-1C250F6E2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4B839A-A4C6-22D0-DB59-120F6D089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CD6146-2F62-DA44-7547-B2CD3064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07BC-4769-4D26-9FCE-78B32BE4495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764840-2CB4-AA46-DA27-E527F9B9E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571D48-84CE-DFC9-35F6-845DA690B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E2F3-85A6-4744-A4D3-9C91D0B83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689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644C68-8DFF-CD24-7C35-3641D5A78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CCFF25-E6E4-F786-DF47-DCA6447E4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07BC-4769-4D26-9FCE-78B32BE4495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3B7805-89DC-0F68-BF6A-37151D63E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5C5C08-1EAA-4750-04CE-59B56189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E2F3-85A6-4744-A4D3-9C91D0B83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97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B2E9BB-E459-EF29-C00C-284A4C1C2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07BC-4769-4D26-9FCE-78B32BE4495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FF3AD8-93C9-F2A7-8A33-9560C904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FA6B3F-73D3-808B-AFB6-836E5B249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E2F3-85A6-4744-A4D3-9C91D0B83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97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610A9-6CF3-3AAB-1D84-C6728D82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543364-7EEA-FBA5-7EF5-5E35C534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0C1CF8-D79D-4707-F2B7-40535233F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719E2-B660-B5CA-5E83-558CAF62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07BC-4769-4D26-9FCE-78B32BE4495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F1E0AF-5BC9-6E23-D3CB-318F554E3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00CE8E-1E2A-8EAB-A01E-0B4770A9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E2F3-85A6-4744-A4D3-9C91D0B83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22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E4C30-FD24-0C76-CE18-3954DE9C5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985627A-6372-F49C-8928-0D2CA8A0D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492C94-23EC-0DBB-2666-D8A9A9183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EADAAD-C09B-E44B-875F-F02634D07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07BC-4769-4D26-9FCE-78B32BE4495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87A940-AE21-B16B-3A8E-F71CD5BDB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D2B6B-F3EA-91A1-C4DF-7C8F2A88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E2F3-85A6-4744-A4D3-9C91D0B83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15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871298-D679-6235-6EA7-A0FE6FA83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995436-5B62-CC71-A400-A4F331BE1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C9B3F3-0A80-F5FA-48F8-8600F7539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07BC-4769-4D26-9FCE-78B32BE4495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792518-9EAB-AD30-B376-AAD07171B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BBE262-0791-C59E-690F-6CEBA20B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E2F3-85A6-4744-A4D3-9C91D0B83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20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B0B9C3-CD7C-E616-761C-663C21B0B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A72979-E1D5-63D2-7A0A-C3D1BE3AB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E4549-A0AD-7C15-0AD8-1FAB8DD4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07BC-4769-4D26-9FCE-78B32BE4495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2A0228-70CF-D76F-B0E8-4C5661A0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ED6D2-DF0F-C491-D452-99832632A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E2F3-85A6-4744-A4D3-9C91D0B83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44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FB4C46-6227-A947-B14A-56B6816D4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003F60-BBAC-0785-6137-D5B3C772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31B27E-CF6D-4F3B-C43F-66C8D1C66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FD07BC-4769-4D26-9FCE-78B32BE4495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070795-D5E8-CB6A-9F1E-56715A93F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1B06B-C8FA-3722-3E01-862B24101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0E2F3-85A6-4744-A4D3-9C91D0B83D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73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DCE3F1B8-A274-0EB7-7D48-041BCF78C7E2}"/>
              </a:ext>
            </a:extLst>
          </p:cNvPr>
          <p:cNvGrpSpPr/>
          <p:nvPr/>
        </p:nvGrpSpPr>
        <p:grpSpPr>
          <a:xfrm>
            <a:off x="2344242" y="-230038"/>
            <a:ext cx="6801902" cy="6858000"/>
            <a:chOff x="2557027" y="0"/>
            <a:chExt cx="6801902" cy="685800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28B8BF0-A46E-A299-8D95-940810AD6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027" y="0"/>
              <a:ext cx="6801902" cy="68580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02C0502-B69B-24B4-1075-73531914DE08}"/>
                </a:ext>
              </a:extLst>
            </p:cNvPr>
            <p:cNvSpPr txBox="1"/>
            <p:nvPr/>
          </p:nvSpPr>
          <p:spPr>
            <a:xfrm>
              <a:off x="2610929" y="3985404"/>
              <a:ext cx="151249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玻璃腔</a:t>
              </a:r>
              <a:endPara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/>
              <a:r>
                <a:rPr lang="en-US" altLang="zh-CN" sz="2000" b="1" dirty="0"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3D MOT</a:t>
              </a:r>
              <a:endParaRPr lang="zh-CN" altLang="en-US" sz="2000" b="1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ACA5734-AA65-BA37-A786-B721B4A0D218}"/>
                </a:ext>
              </a:extLst>
            </p:cNvPr>
            <p:cNvSpPr txBox="1"/>
            <p:nvPr/>
          </p:nvSpPr>
          <p:spPr>
            <a:xfrm>
              <a:off x="3933646" y="6216770"/>
              <a:ext cx="11329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复合泵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BEAE8C-ED54-6CAE-18AD-7FCB32909CFD}"/>
                </a:ext>
              </a:extLst>
            </p:cNvPr>
            <p:cNvSpPr txBox="1"/>
            <p:nvPr/>
          </p:nvSpPr>
          <p:spPr>
            <a:xfrm>
              <a:off x="6630840" y="4754845"/>
              <a:ext cx="12134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2D MOT</a:t>
              </a:r>
              <a:endParaRPr lang="zh-CN" altLang="en-US" sz="2000" b="1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3E80967-6231-409F-9D06-AB0885608BE5}"/>
                </a:ext>
              </a:extLst>
            </p:cNvPr>
            <p:cNvSpPr txBox="1"/>
            <p:nvPr/>
          </p:nvSpPr>
          <p:spPr>
            <a:xfrm>
              <a:off x="6973023" y="782129"/>
              <a:ext cx="20272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真空计量模块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E1459EC-64B9-3C16-62A8-09C73E7C3C9E}"/>
                </a:ext>
              </a:extLst>
            </p:cNvPr>
            <p:cNvSpPr txBox="1"/>
            <p:nvPr/>
          </p:nvSpPr>
          <p:spPr>
            <a:xfrm>
              <a:off x="7844288" y="2851745"/>
              <a:ext cx="8856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铷源</a:t>
              </a: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E88F2CA9-C1BC-4B2C-2837-EB3BFDC4C555}"/>
                </a:ext>
              </a:extLst>
            </p:cNvPr>
            <p:cNvCxnSpPr>
              <a:cxnSpLocks/>
              <a:stCxn id="2" idx="2"/>
            </p:cNvCxnSpPr>
            <p:nvPr/>
          </p:nvCxnSpPr>
          <p:spPr>
            <a:xfrm flipH="1">
              <a:off x="7333187" y="3313410"/>
              <a:ext cx="953924" cy="4589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65CA9F2-DC96-0420-FE84-18E7935D1B56}"/>
                </a:ext>
              </a:extLst>
            </p:cNvPr>
            <p:cNvSpPr txBox="1"/>
            <p:nvPr/>
          </p:nvSpPr>
          <p:spPr>
            <a:xfrm>
              <a:off x="3858884" y="2186403"/>
              <a:ext cx="885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RGA</a:t>
              </a:r>
              <a:endParaRPr lang="zh-CN" altLang="en-US" sz="2000" b="1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DF823EDF-4812-32C0-EF40-6A1CBE514213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4301707" y="2586513"/>
              <a:ext cx="701614" cy="7268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33A5F86-7A3D-5024-2B5C-8C553792C44C}"/>
                </a:ext>
              </a:extLst>
            </p:cNvPr>
            <p:cNvSpPr txBox="1"/>
            <p:nvPr/>
          </p:nvSpPr>
          <p:spPr>
            <a:xfrm>
              <a:off x="3821505" y="207881"/>
              <a:ext cx="11818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微调阀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93AAA7AD-44F5-F43C-F285-510E9F52CADB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>
              <a:off x="4412413" y="669546"/>
              <a:ext cx="849699" cy="6653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F103DD5-0D7C-886A-F47E-7EDD2C5F6E17}"/>
                </a:ext>
              </a:extLst>
            </p:cNvPr>
            <p:cNvSpPr txBox="1"/>
            <p:nvPr/>
          </p:nvSpPr>
          <p:spPr>
            <a:xfrm>
              <a:off x="3230597" y="1375939"/>
              <a:ext cx="11818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电离规</a:t>
              </a: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75F425E9-DE3A-9001-5A15-04C1C7779D81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>
              <a:off x="4412413" y="1606772"/>
              <a:ext cx="654170" cy="4561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5749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楷体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 Chen</dc:creator>
  <cp:lastModifiedBy>Sir Chen</cp:lastModifiedBy>
  <cp:revision>1</cp:revision>
  <dcterms:created xsi:type="dcterms:W3CDTF">2026-03-21T03:24:15Z</dcterms:created>
  <dcterms:modified xsi:type="dcterms:W3CDTF">2026-03-21T03:32:07Z</dcterms:modified>
</cp:coreProperties>
</file>